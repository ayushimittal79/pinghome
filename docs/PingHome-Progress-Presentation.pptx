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 the bracketed placeholders with your names, course and date. Everything in this deck reflects what is actually built and tested as of the presentation date.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18872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PingHome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05740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FEA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wearable-free safety companion that watches over solo commuters — automatically, quietly, and only when it matters.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3200400"/>
            <a:ext cx="1920240" cy="365760"/>
          </a:xfrm>
          <a:prstGeom prst="roundRect">
            <a:avLst>
              <a:gd name="adj" fmla="val 125000"/>
            </a:avLst>
          </a:prstGeom>
          <a:solidFill>
            <a:srgbClr val="12B3A8"/>
          </a:solidFill>
          <a:ln w="12700">
            <a:solidFill>
              <a:srgbClr val="12B3A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32004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PRESENTATION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7490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[Team member names]  ·  [Course / Guide]  ·  [Date]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528816" y="448056"/>
            <a:ext cx="1961388" cy="4224528"/>
          </a:xfrm>
          <a:prstGeom prst="roundRect">
            <a:avLst>
              <a:gd name="adj" fmla="val 7459"/>
            </a:avLst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8" name="Image 0" descr="C:/Users/ayush/Documents/PingHome/docs/screenshots/home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502920"/>
            <a:ext cx="185166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existing safety apps don't get used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PingHome · Progress Presentation · 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56692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673352"/>
            <a:ext cx="411480" cy="411480"/>
          </a:xfrm>
          <a:prstGeom prst="ellipse">
            <a:avLst/>
          </a:prstGeom>
          <a:solidFill>
            <a:srgbClr val="12B3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673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15544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Acting is hard in the moment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8745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apps need you to open them and press something exactly when you are least able to.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2468880"/>
            <a:ext cx="56692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" y="2724912"/>
            <a:ext cx="411480" cy="411480"/>
          </a:xfrm>
          <a:prstGeom prst="ellipse">
            <a:avLst/>
          </a:prstGeom>
          <a:solidFill>
            <a:srgbClr val="12B3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27249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26060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Always-on tracking gets switched off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29260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Constant location sharing trades privacy for safety, so people disable it — and then it's useless.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3520440"/>
            <a:ext cx="56692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" y="3776472"/>
            <a:ext cx="411480" cy="411480"/>
          </a:xfrm>
          <a:prstGeom prst="ellipse">
            <a:avLst/>
          </a:prstGeom>
          <a:solidFill>
            <a:srgbClr val="D81B3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7764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36576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notices a non-arrival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39776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simply don't get home, no app raises the alarm by itself.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0" y="1417320"/>
            <a:ext cx="2286000" cy="3017520"/>
          </a:xfrm>
          <a:prstGeom prst="roundRect">
            <a:avLst>
              <a:gd name="adj" fmla="val 4800"/>
            </a:avLst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583680" y="16002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B3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Gap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0" y="2011680"/>
            <a:ext cx="1920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does nothing until you don't arrive — and then acts on your behalf, with the people you chose.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PingHome works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trip at a time — no tracking before, nothing after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PingHome · Progress Presentation · 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1920240" cy="2926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645920"/>
            <a:ext cx="457200" cy="457200"/>
          </a:xfrm>
          <a:prstGeom prst="ellipse">
            <a:avLst/>
          </a:prstGeom>
          <a:solidFill>
            <a:srgbClr val="12B3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24028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a trip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651760"/>
            <a:ext cx="1600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Destination on the map, expected arrival, grace period, and which trusted contacts watch (alert-only or location).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560320" y="1463040"/>
            <a:ext cx="1920240" cy="2926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743200" y="1645920"/>
            <a:ext cx="457200" cy="457200"/>
          </a:xfrm>
          <a:prstGeom prst="ellipse">
            <a:avLst/>
          </a:prstGeom>
          <a:solidFill>
            <a:srgbClr val="2ECC7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74320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2743200" y="224028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Arrive → done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743200" y="2651760"/>
            <a:ext cx="1600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geofence detects arrival automatically. Trip closes, sharing stops, location history is purged. No taps.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63440" y="1463040"/>
            <a:ext cx="1920240" cy="2926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846320" y="1645920"/>
            <a:ext cx="457200" cy="457200"/>
          </a:xfrm>
          <a:prstGeom prst="ellipse">
            <a:avLst/>
          </a:prstGeom>
          <a:solidFill>
            <a:srgbClr val="FFA73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4632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4846320" y="224028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→ nudge → escalate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846320" y="2651760"/>
            <a:ext cx="1600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arrival + grace? "Still safe?" nudge. No answer? Watchers are alerted with the last known location.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766560" y="1463040"/>
            <a:ext cx="1920240" cy="2926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949440" y="1645920"/>
            <a:ext cx="457200" cy="457200"/>
          </a:xfrm>
          <a:prstGeom prst="ellipse">
            <a:avLst/>
          </a:prstGeom>
          <a:solidFill>
            <a:srgbClr val="D81B3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94944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6949440" y="224028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 any time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949440" y="2651760"/>
            <a:ext cx="1600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press alerts every watcher immediately — with or without a trip in progress.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a fake incoming call to exit an uncomfortable situation — local only, never creates an alert.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backend owns the truth; the phone owns the senses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PingHome · Progress Presentation · 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2011680" cy="914400"/>
          </a:xfrm>
          <a:prstGeom prst="roundRect">
            <a:avLst>
              <a:gd name="adj" fmla="val 10000"/>
            </a:avLst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737360"/>
            <a:ext cx="18653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app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(Java · XML)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0" y="1737360"/>
            <a:ext cx="2194560" cy="914400"/>
          </a:xfrm>
          <a:prstGeom prst="roundRect">
            <a:avLst>
              <a:gd name="adj" fmla="val 10000"/>
            </a:avLst>
          </a:prstGeom>
          <a:solidFill>
            <a:srgbClr val="12B3A8"/>
          </a:solidFill>
          <a:ln w="12700">
            <a:solidFill>
              <a:srgbClr val="12B3A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730752" y="1737360"/>
            <a:ext cx="20482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backend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Virtual Machine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583680" y="1737360"/>
            <a:ext cx="2103120" cy="914400"/>
          </a:xfrm>
          <a:prstGeom prst="roundRect">
            <a:avLst>
              <a:gd name="adj" fmla="val 10000"/>
            </a:avLst>
          </a:prstGeom>
          <a:solidFill>
            <a:srgbClr val="D81B3F"/>
          </a:solidFill>
          <a:ln w="12700">
            <a:solidFill>
              <a:srgbClr val="D81B3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656832" y="1737360"/>
            <a:ext cx="19568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Cloud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Messaging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560320" y="2194560"/>
            <a:ext cx="1097280" cy="0"/>
          </a:xfrm>
          <a:prstGeom prst="line">
            <a:avLst/>
          </a:prstGeom>
          <a:noFill/>
          <a:ln w="19050">
            <a:solidFill>
              <a:srgbClr val="8B94A3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2560320" y="18745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HTTPS/REST + JWT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852160" y="2194560"/>
            <a:ext cx="731520" cy="0"/>
          </a:xfrm>
          <a:prstGeom prst="line">
            <a:avLst/>
          </a:prstGeom>
          <a:noFill/>
          <a:ln w="19050">
            <a:solidFill>
              <a:srgbClr val="D81B3F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 flipV="1">
            <a:off x="7635240" y="1417320"/>
            <a:ext cx="0" cy="320040"/>
          </a:xfrm>
          <a:prstGeom prst="line">
            <a:avLst/>
          </a:prstGeom>
          <a:noFill/>
          <a:ln w="19050">
            <a:solidFill>
              <a:srgbClr val="D81B3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54480" y="1417320"/>
            <a:ext cx="6080760" cy="0"/>
          </a:xfrm>
          <a:prstGeom prst="line">
            <a:avLst/>
          </a:prstGeom>
          <a:noFill/>
          <a:ln w="19050">
            <a:solidFill>
              <a:srgbClr val="D81B3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54480" y="1417320"/>
            <a:ext cx="0" cy="320040"/>
          </a:xfrm>
          <a:prstGeom prst="line">
            <a:avLst/>
          </a:prstGeom>
          <a:noFill/>
          <a:ln w="19050">
            <a:solidFill>
              <a:srgbClr val="D81B3F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3657600" y="1170432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D8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notifications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657600" y="2926080"/>
            <a:ext cx="2194560" cy="594360"/>
          </a:xfrm>
          <a:prstGeom prst="roundRect">
            <a:avLst>
              <a:gd name="adj" fmla="val 15385"/>
            </a:avLst>
          </a:prstGeom>
          <a:solidFill>
            <a:srgbClr val="0E8C84"/>
          </a:solidFill>
          <a:ln w="12700">
            <a:solidFill>
              <a:srgbClr val="0E8C8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730752" y="2926080"/>
            <a:ext cx="20482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Database for MySQL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657600" y="3749040"/>
            <a:ext cx="2194560" cy="594360"/>
          </a:xfrm>
          <a:prstGeom prst="roundRect">
            <a:avLst>
              <a:gd name="adj" fmla="val 15385"/>
            </a:avLst>
          </a:prstGeom>
          <a:solidFill>
            <a:srgbClr val="0E8C84"/>
          </a:solidFill>
          <a:ln w="12700">
            <a:solidFill>
              <a:srgbClr val="0E8C8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730752" y="3749040"/>
            <a:ext cx="204825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Application Insights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754880" y="2651760"/>
            <a:ext cx="0" cy="274320"/>
          </a:xfrm>
          <a:prstGeom prst="line">
            <a:avLst/>
          </a:prstGeom>
          <a:noFill/>
          <a:ln w="19050">
            <a:solidFill>
              <a:srgbClr val="0E8C84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4754880" y="3520440"/>
            <a:ext cx="0" cy="228600"/>
          </a:xfrm>
          <a:prstGeom prst="line">
            <a:avLst/>
          </a:prstGeom>
          <a:noFill/>
          <a:ln w="19050">
            <a:solidFill>
              <a:srgbClr val="0E8C84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548640" y="2926080"/>
            <a:ext cx="201168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1792" y="292608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Play Services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 · Geofencing (on-device)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8640" y="3840480"/>
            <a:ext cx="201168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21792" y="3840480"/>
            <a:ext cx="1865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OpenStreetMap tiles (osmdroid)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1554480" y="2651760"/>
            <a:ext cx="0" cy="274320"/>
          </a:xfrm>
          <a:prstGeom prst="line">
            <a:avLst/>
          </a:prstGeom>
          <a:noFill/>
          <a:ln w="19050">
            <a:solidFill>
              <a:srgbClr val="8B94A3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1554480" y="3611880"/>
            <a:ext cx="0" cy="228600"/>
          </a:xfrm>
          <a:prstGeom prst="line">
            <a:avLst/>
          </a:prstGeom>
          <a:noFill/>
          <a:ln w="19050">
            <a:solidFill>
              <a:srgbClr val="8B94A3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6583680" y="2926080"/>
            <a:ext cx="2103120" cy="1417320"/>
          </a:xfrm>
          <a:prstGeom prst="roundRect">
            <a:avLst>
              <a:gd name="adj" fmla="val 7742"/>
            </a:avLst>
          </a:prstGeom>
          <a:solidFill>
            <a:srgbClr val="E9F8F6"/>
          </a:solidFill>
          <a:ln w="12700">
            <a:solidFill>
              <a:srgbClr val="E9F8F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6720840" y="301752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owns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auth, trips, watchers, escalation, alerts, privacy rules.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owns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UI, GPS/geofence, map, push handling, fake call.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Technology stack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PingHome · Progress Presentation · 5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67665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Android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B3A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 · XML · Material 3 · Retrofit/OkHttp · Play Services Location + Geofencing · FCM · osmdroid (OpenStreetMap)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Backend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B3A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 21 · Spring Boot 3 · Spring Security · JWT + BCrypt · Spring Data JPA/Hibernate · Flyway · @Scheduled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B3A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MySQL 8 locally → Azure Database for MySQL (flexible server) when deployed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B3A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Virtual Machine · Azure Database for MySQL · Azure Application Insights · Firebase Cloud Messaging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B3A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Maven · Gradle · Android Studio · Git · Azure CLI deployment scripts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+ XML on Android and Spring Boot on the backend were project requirements; every other choice was made to keep the system free to run and simple to explain.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Cloud services — four genuinely integrated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within Azure's free-account allowance and Firebase's free plan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PingHome · Progress Presentation · 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1920240" cy="22860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554480"/>
            <a:ext cx="320040" cy="320040"/>
          </a:xfrm>
          <a:prstGeom prst="rect">
            <a:avLst/>
          </a:prstGeom>
          <a:solidFill>
            <a:srgbClr val="12B3A8"/>
          </a:solidFill>
          <a:ln w="12700">
            <a:solidFill>
              <a:srgbClr val="12B3A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96596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Virtual Machine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423160"/>
            <a:ext cx="1600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Spring Boot backend as an always-on service behind Caddy (automatic HTTPS). Always-on matters: the escalation timer lives inside the process.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560320" y="1371600"/>
            <a:ext cx="1920240" cy="22860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0" y="1554480"/>
            <a:ext cx="320040" cy="320040"/>
          </a:xfrm>
          <a:prstGeom prst="rect">
            <a:avLst/>
          </a:prstGeom>
          <a:solidFill>
            <a:srgbClr val="0E8C84"/>
          </a:solidFill>
          <a:ln w="12700">
            <a:solidFill>
              <a:srgbClr val="0E8C8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43200" y="196596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Database for MySQL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743200" y="2423160"/>
            <a:ext cx="1600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persistent store. Same JDBC config as local MySQL, TLS enforced; Flyway creates the schema on first boot.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663440" y="1371600"/>
            <a:ext cx="1920240" cy="22860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846320" y="1554480"/>
            <a:ext cx="320040" cy="320040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46320" y="196596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Application Insights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846320" y="2423160"/>
            <a:ext cx="1600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Request, exception and log telemetry through the Java agent — the scheduler's nudge/escalate lines are visible in the portal.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766560" y="1371600"/>
            <a:ext cx="1920240" cy="22860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949440" y="1554480"/>
            <a:ext cx="320040" cy="320040"/>
          </a:xfrm>
          <a:prstGeom prst="rect">
            <a:avLst/>
          </a:prstGeom>
          <a:solidFill>
            <a:srgbClr val="D81B3F"/>
          </a:solidFill>
          <a:ln w="12700">
            <a:solidFill>
              <a:srgbClr val="D81B3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949440" y="196596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Cloud Messaging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949440" y="2423160"/>
            <a:ext cx="1600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notifications: nudges, escalations, watcher alerts. Verified end-to-end on device.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3840480"/>
            <a:ext cx="8229600" cy="777240"/>
          </a:xfrm>
          <a:prstGeom prst="roundRect">
            <a:avLst>
              <a:gd name="adj" fmla="val 14118"/>
            </a:avLst>
          </a:prstGeom>
          <a:solidFill>
            <a:srgbClr val="E9F8F6"/>
          </a:solidFill>
          <a:ln w="12700">
            <a:solidFill>
              <a:srgbClr val="E9F8F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594360" y="3913632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Azure and not Google Cloud (the original plan): Cloud SQL has no free tier, and Google Payments repeatedly refused to enable billing on personal accounts. University-owned cloud tenancy was deliberately not used. Twilio SMS fallback is implemented but off by default.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built: backend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Complete, tested, and verified against a real MySQL database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PingHome · Progress Presentation · 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15544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594360" y="141732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B3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9659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endpoints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148840" y="1325880"/>
            <a:ext cx="15544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2286000" y="141732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B3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2286000" y="19659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tables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840480" y="1325880"/>
            <a:ext cx="15544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977640" y="141732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ECC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3977640" y="19659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tests, all passing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606040"/>
            <a:ext cx="50292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&amp; login with BCrypt password hashing and JWT sessions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Trusted contacts; trips with watchers at ALERT_ONLY or LOCATION_DURING_TRIP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Escalation scheduler: arrival + grace → nudge → timeout → escalate &amp; notify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SOS: creates and escalates an alert immediately; duplicate taps deduplicated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 and watcher-permission checks on every trip/location endpoint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Flyway-managed schema; Demo Mode profile for short timers during a live demo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852160" y="1325880"/>
            <a:ext cx="2834640" cy="3337560"/>
          </a:xfrm>
          <a:prstGeom prst="roundRect">
            <a:avLst>
              <a:gd name="adj" fmla="val 3871"/>
            </a:avLst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035040" y="15087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B3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Escalation, seen for real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0" y="1920240"/>
            <a:ext cx="2468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A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backend log, 21 Sep:</a:t>
            </a:r>
            <a:endParaRPr lang="en-US" sz="11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20:54:46  Sent safety nudge for trip 1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FF8F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20:59:45  Escalated trip 1 – no safety confirmation within nudge timeout</a:t>
            </a:r>
            <a:endParaRPr lang="en-US" sz="11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A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test trip's arrival time passed while nobody touched the app. The scheduler nudged the traveller by push, waited the 5-minute timeout, and escalated — exactly as designed.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built: Android app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screens · builds with the Android Gradle Plugin · runs on the emulator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PingHome · Progress Presentation · 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48056" y="1316736"/>
            <a:ext cx="1570482" cy="3355848"/>
          </a:xfrm>
          <a:prstGeom prst="roundRect">
            <a:avLst>
              <a:gd name="adj" fmla="val 9316"/>
            </a:avLst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6" name="Image 0" descr="C:/Users/ayush/Documents/PingHome/docs/screenshots/home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71600"/>
            <a:ext cx="1460754" cy="32461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28600" y="4709160"/>
            <a:ext cx="2009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— SOS first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2411730" y="1316736"/>
            <a:ext cx="1570482" cy="3355848"/>
          </a:xfrm>
          <a:prstGeom prst="roundRect">
            <a:avLst>
              <a:gd name="adj" fmla="val 9316"/>
            </a:avLst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9" name="Image 1" descr="C:/Users/ayush/Documents/PingHome/docs/screenshots/new_trip_m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6594" y="1371600"/>
            <a:ext cx="1460754" cy="32461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192274" y="4709160"/>
            <a:ext cx="2009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trip — map picker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4375404" y="1316736"/>
            <a:ext cx="1570482" cy="3355848"/>
          </a:xfrm>
          <a:prstGeom prst="roundRect">
            <a:avLst>
              <a:gd name="adj" fmla="val 9316"/>
            </a:avLst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12" name="Image 2" descr="C:/Users/ayush/Documents/PingHome/docs/screenshots/circ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0268" y="1371600"/>
            <a:ext cx="1460754" cy="32461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155948" y="4709160"/>
            <a:ext cx="2009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 — trusted contacts</a:t>
            </a:r>
            <a:endParaRPr lang="en-US" sz="1000" dirty="0"/>
          </a:p>
        </p:txBody>
      </p:sp>
      <p:sp>
        <p:nvSpPr>
          <p:cNvPr id="14" name="Text 9"/>
          <p:cNvSpPr txBox="1"/>
          <p:nvPr/>
        </p:nvSpPr>
        <p:spPr>
          <a:xfrm>
            <a:off x="6485382" y="1417320"/>
            <a:ext cx="2292858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SOS-first Home: pulsing SOS, live-location badge, Fake Call, current trip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 creation on an OpenStreetMap picker (no API key, no billing)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Geofence arrival detection — Android Geofencing API, not GPS polling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FCM push handling; fake incoming call (local only)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Watcher views: trips being watched, last known location, alerts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Light/dark theme (remembered)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screens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data from the local backend — not mock-ups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PingHome · Progress Presentation · 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30936" y="1225296"/>
            <a:ext cx="1488186" cy="3172968"/>
          </a:xfrm>
          <a:prstGeom prst="roundRect">
            <a:avLst>
              <a:gd name="adj" fmla="val 9831"/>
            </a:avLst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6" name="Image 0" descr="C:/Users/ayush/Documents/PingHome/docs/screenshots/active_tr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280160"/>
            <a:ext cx="1378458" cy="30632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11480" y="4434840"/>
            <a:ext cx="19270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trip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2512314" y="1225296"/>
            <a:ext cx="1488186" cy="3172968"/>
          </a:xfrm>
          <a:prstGeom prst="roundRect">
            <a:avLst>
              <a:gd name="adj" fmla="val 9831"/>
            </a:avLst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9" name="Image 1" descr="C:/Users/ayush/Documents/PingHome/docs/screenshots/trip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7178" y="1280160"/>
            <a:ext cx="1378458" cy="30632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292858" y="4434840"/>
            <a:ext cx="19270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Trips — mine &amp; watching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4393692" y="1225296"/>
            <a:ext cx="1488186" cy="3172968"/>
          </a:xfrm>
          <a:prstGeom prst="roundRect">
            <a:avLst>
              <a:gd name="adj" fmla="val 9831"/>
            </a:avLst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12" name="Image 2" descr="C:/Users/ayush/Documents/PingHome/docs/screenshots/profi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8556" y="1280160"/>
            <a:ext cx="1378458" cy="306324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174236" y="4434840"/>
            <a:ext cx="19270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1000" dirty="0"/>
          </a:p>
        </p:txBody>
      </p:sp>
      <p:sp>
        <p:nvSpPr>
          <p:cNvPr id="14" name="Shape 9"/>
          <p:cNvSpPr/>
          <p:nvPr/>
        </p:nvSpPr>
        <p:spPr>
          <a:xfrm>
            <a:off x="6275070" y="1225296"/>
            <a:ext cx="1488186" cy="3172968"/>
          </a:xfrm>
          <a:prstGeom prst="roundRect">
            <a:avLst>
              <a:gd name="adj" fmla="val 9831"/>
            </a:avLst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15" name="Image 3" descr="C:/Users/ayush/Documents/PingHome/docs/screenshots/home_d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9934" y="1280160"/>
            <a:ext cx="1378458" cy="306324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6055614" y="4434840"/>
            <a:ext cx="19270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— dark mode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Push notifications — verified end-to-end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Firebase project, real device token, real delivery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PingHome · Progress Presentation ·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85216" y="1271016"/>
            <a:ext cx="1591056" cy="3401568"/>
          </a:xfrm>
          <a:prstGeom prst="roundRect">
            <a:avLst>
              <a:gd name="adj" fmla="val 9195"/>
            </a:avLst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6" name="Image 0" descr="C:/Users/ayush/Documents/PingHome/docs/screenshots/push_notific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25880"/>
            <a:ext cx="1481328" cy="32918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365760" y="4709160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Watcher's phone (emulator)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2926080" y="1417320"/>
            <a:ext cx="384048" cy="384048"/>
          </a:xfrm>
          <a:prstGeom prst="ellipse">
            <a:avLst/>
          </a:prstGeom>
          <a:solidFill>
            <a:srgbClr val="12B3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926080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3474720" y="137160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launches and registers its FCM device token with the backend (PUT /api/users/me/fcm-token → 204).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926080" y="2194560"/>
            <a:ext cx="384048" cy="384048"/>
          </a:xfrm>
          <a:prstGeom prst="ellipse">
            <a:avLst/>
          </a:prstGeom>
          <a:solidFill>
            <a:srgbClr val="12B3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926080" y="2194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474720" y="214884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Another user's trip has this device's account as a watcher; they press SOS.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2926080" y="2971800"/>
            <a:ext cx="384048" cy="384048"/>
          </a:xfrm>
          <a:prstGeom prst="ellipse">
            <a:avLst/>
          </a:prstGeom>
          <a:solidFill>
            <a:srgbClr val="12B3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926080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474720" y="292608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creates + escalates the alert and hands the push to Firebase (Admin SDK, service-account key).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2926080" y="3749040"/>
            <a:ext cx="384048" cy="384048"/>
          </a:xfrm>
          <a:prstGeom prst="ellipse">
            <a:avLst/>
          </a:prstGeom>
          <a:solidFill>
            <a:srgbClr val="2ECC7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92608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3474720" y="370332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delivers it: "Priya Traveller triggered an SOS — Destination: Library" — arrived in seconds.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3474720" y="44348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is best-effort by nature (FCM); the app never claims guaranteed delivery. The optional Twilio SMS fallback exists for critical alerts and is disabled by default.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 &amp; privacy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in, not bolted on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PingHome · Progress Presentation ·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822960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81328"/>
            <a:ext cx="274320" cy="274320"/>
          </a:xfrm>
          <a:prstGeom prst="ellipse">
            <a:avLst/>
          </a:prstGeom>
          <a:solidFill>
            <a:srgbClr val="12B3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139903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Passwords &amp; sessions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3017520" y="1380744"/>
            <a:ext cx="5532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 hashing; JWT sessions stored in encrypted preferences on the phone; the deployed profile refuses to start with the development secret.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2011680"/>
            <a:ext cx="822960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2167128"/>
            <a:ext cx="274320" cy="274320"/>
          </a:xfrm>
          <a:prstGeom prst="ellipse">
            <a:avLst/>
          </a:prstGeom>
          <a:solidFill>
            <a:srgbClr val="0E8C8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208483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Authorization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3017520" y="2066544"/>
            <a:ext cx="5532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trip/location/alert endpoint re-checks who is asking. Changing an ID in a request returns 403 — never someone else's data.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2697480"/>
            <a:ext cx="822960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2852928"/>
            <a:ext cx="274320" cy="274320"/>
          </a:xfrm>
          <a:prstGeom prst="ellipse">
            <a:avLst/>
          </a:prstGeom>
          <a:solidFill>
            <a:srgbClr val="12B3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51560" y="277063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Watcher permissions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3017520" y="2752344"/>
            <a:ext cx="5532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ALERT_ONLY vs LOCATION_DURING_TRIP, chosen per trip. Permanent tracking is never the default.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3383280"/>
            <a:ext cx="822960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3538728"/>
            <a:ext cx="274320" cy="274320"/>
          </a:xfrm>
          <a:prstGeom prst="ellipse">
            <a:avLst/>
          </a:prstGeom>
          <a:solidFill>
            <a:srgbClr val="0E8C8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51560" y="345643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 lifecycle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3017520" y="3438144"/>
            <a:ext cx="5532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before a trip. Samples only during it. Purged the moment it completes; the API then rejects location reads and writes.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4069080"/>
            <a:ext cx="822960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0080" y="4224528"/>
            <a:ext cx="274320" cy="274320"/>
          </a:xfrm>
          <a:prstGeom prst="ellipse">
            <a:avLst/>
          </a:prstGeom>
          <a:solidFill>
            <a:srgbClr val="12B3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51560" y="414223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3017520" y="4123944"/>
            <a:ext cx="5532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environment variables and gitignored files. No keys, tokens or passwords in the repository.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Testing status — the required scenarios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what has actually been run is marked verified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PingHome · Progress Presentation · 12</a:t>
            </a:r>
            <a:endParaRPr lang="en-US" sz="9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3291840"/>
                <a:gridCol w="457200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Safe arrival through geofence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Backend verified by test · on-phone geofence walk pending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 "I'm Safe" (idempotent)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7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E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Missed arrival → nudge → escalation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7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Verified by test and observed live (20:54 nudge → 20:59 escalate)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E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 SOS → watcher alert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7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Verified end-to-end incl. real push on device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E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Physical wearable SOS over BLE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8B94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Descoped — hardware wearable dropped from the project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Fake call creates no alert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 design (local only) · manual check pending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Privacy after completion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7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E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Unauthorized access rejected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7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Verified (403)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E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Duplicate events handled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7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7E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Poor connectivity / retry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8A5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Implemented (retry, dedup guard) · not fault-injection tested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7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 changes &amp; challenges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changed since the original plan, and why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PingHome · Progress Presentation ·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402336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21792" y="1463040"/>
            <a:ext cx="201168" cy="201168"/>
          </a:xfrm>
          <a:prstGeom prst="rect">
            <a:avLst/>
          </a:prstGeom>
          <a:solidFill>
            <a:srgbClr val="12B3A8"/>
          </a:solidFill>
          <a:ln w="12700">
            <a:solidFill>
              <a:srgbClr val="12B3A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1399032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Cloud → Azure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1682496"/>
            <a:ext cx="3337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Payments refused to enable billing on personal accounts (three attempts). Azure's free account covers the whole stack; backend code unchanged — only deployment configuration.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663440" y="1280160"/>
            <a:ext cx="402336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828032" y="1463040"/>
            <a:ext cx="201168" cy="201168"/>
          </a:xfrm>
          <a:prstGeom prst="rect">
            <a:avLst/>
          </a:prstGeom>
          <a:solidFill>
            <a:srgbClr val="0E8C84"/>
          </a:solidFill>
          <a:ln w="12700">
            <a:solidFill>
              <a:srgbClr val="0E8C8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166360" y="1399032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Maps → OpenStreetMap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5166360" y="1682496"/>
            <a:ext cx="3337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Maps requires a billing-enabled project. Swapped the map library only; GPS and geofencing were always on-device and unaffected.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57200" y="2468880"/>
            <a:ext cx="402336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21792" y="2651760"/>
            <a:ext cx="201168" cy="201168"/>
          </a:xfrm>
          <a:prstGeom prst="rect">
            <a:avLst/>
          </a:prstGeom>
          <a:solidFill>
            <a:srgbClr val="D81B3F"/>
          </a:solidFill>
          <a:ln w="12700">
            <a:solidFill>
              <a:srgbClr val="D81B3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60120" y="2587752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Wearable dropped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960120" y="2871216"/>
            <a:ext cx="3337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physical ESP32 button is no longer part of the deliverable. SOS is the in-app button. The BLE relay code remains in the codebase but is out of scope.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663440" y="2468880"/>
            <a:ext cx="402336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828032" y="2651760"/>
            <a:ext cx="201168" cy="201168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66360" y="2587752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 would break escalation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5166360" y="2871216"/>
            <a:ext cx="3337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escalation timer runs inside the backend process. Platforms that scale to zero pause it silently — so the backend runs on an always-on VM.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7200" y="3657600"/>
            <a:ext cx="822960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21792" y="3840480"/>
            <a:ext cx="201168" cy="201168"/>
          </a:xfrm>
          <a:prstGeom prst="rect">
            <a:avLst/>
          </a:prstGeom>
          <a:solidFill>
            <a:srgbClr val="FFA733"/>
          </a:solidFill>
          <a:ln w="12700">
            <a:solidFill>
              <a:srgbClr val="FFA73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60120" y="3776472"/>
            <a:ext cx="7543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by running it, then fixed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960120" y="4059936"/>
            <a:ext cx="7543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Overlapping action buttons hid "add contact"; a layout error broke the build; denying background location looped the permission prompt.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next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work to the final demo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PingHome · Progress Presentation ·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822960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94360" y="1463040"/>
            <a:ext cx="1143000" cy="292608"/>
          </a:xfrm>
          <a:prstGeom prst="roundRect">
            <a:avLst>
              <a:gd name="adj" fmla="val 156250"/>
            </a:avLst>
          </a:prstGeom>
          <a:solidFill>
            <a:srgbClr val="12B3A8"/>
          </a:solidFill>
          <a:ln w="12700">
            <a:solidFill>
              <a:srgbClr val="12B3A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463040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138988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the backend to Azure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663440" y="1371600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Scripts written (VM, MySQL, App Insights, HTTPS); Azure account created. First real run is the next step.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1984248"/>
            <a:ext cx="822960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94360" y="2121408"/>
            <a:ext cx="1143000" cy="292608"/>
          </a:xfrm>
          <a:prstGeom prst="roundRect">
            <a:avLst>
              <a:gd name="adj" fmla="val 156250"/>
            </a:avLst>
          </a:prstGeom>
          <a:solidFill>
            <a:srgbClr val="12B3A8"/>
          </a:solidFill>
          <a:ln w="12700">
            <a:solidFill>
              <a:srgbClr val="12B3A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2121408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deploy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1920240" y="204825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APK against the cloud URL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2029968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Rebuild pointed at the HTTPS backend; the same push test again, but from the cloud.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642616"/>
            <a:ext cx="822960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94360" y="2779776"/>
            <a:ext cx="1143000" cy="292608"/>
          </a:xfrm>
          <a:prstGeom prst="roundRect">
            <a:avLst>
              <a:gd name="adj" fmla="val 156250"/>
            </a:avLst>
          </a:prstGeom>
          <a:solidFill>
            <a:srgbClr val="FFA733"/>
          </a:solidFill>
          <a:ln w="12700">
            <a:solidFill>
              <a:srgbClr val="FFA7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94360" y="2779776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demo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920240" y="270662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the manual scenarios on device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663440" y="2688336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Geofence arrival (emulator location), fake call, watcher screens, connectivity loss.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3300984"/>
            <a:ext cx="822960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94360" y="3438144"/>
            <a:ext cx="1143000" cy="292608"/>
          </a:xfrm>
          <a:prstGeom prst="roundRect">
            <a:avLst>
              <a:gd name="adj" fmla="val 156250"/>
            </a:avLst>
          </a:prstGeom>
          <a:solidFill>
            <a:srgbClr val="FFA733"/>
          </a:solidFill>
          <a:ln w="12700">
            <a:solidFill>
              <a:srgbClr val="FFA73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94360" y="3438144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demo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1920240" y="336499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rehearsal in Demo Mode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663440" y="3346704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5-second scheduler and 1-minute nudge so escalation can be shown live in under two minutes.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3959352"/>
            <a:ext cx="822960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94360" y="4096512"/>
            <a:ext cx="1143000" cy="292608"/>
          </a:xfrm>
          <a:prstGeom prst="roundRect">
            <a:avLst>
              <a:gd name="adj" fmla="val 156250"/>
            </a:avLst>
          </a:prstGeom>
          <a:solidFill>
            <a:srgbClr val="D81B3F"/>
          </a:solidFill>
          <a:ln w="12700">
            <a:solidFill>
              <a:srgbClr val="D81B3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4360" y="409651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demo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1920240" y="40233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Teardown after evaluation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4663440" y="4005072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 deletes the Azure resource group; nothing left that can bill.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6177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plan: the Azure free account has a hard spending cap for its first 30 days; the deployment is timed to sit inside that window, then deleted.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 &amp; future scope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 honestly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PingHome · Progress Presentation ·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402336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40080" y="1463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81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limitations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874520"/>
            <a:ext cx="3657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 samples are pushed only while the Active Trip screen is open (arrival detection still works in the background)</a:t>
            </a:r>
            <a:endParaRPr lang="en-US" sz="11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delivery is best-effort — FCM cannot guarantee delivery</a:t>
            </a:r>
            <a:endParaRPr lang="en-US" sz="11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OpenStreetMap's public tile servers are volunteer-run; a product would use a commercial tile service</a:t>
            </a:r>
            <a:endParaRPr lang="en-US" sz="11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Poor-connectivity behaviour is implemented but not fault-injection tested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63440" y="1325880"/>
            <a:ext cx="402336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846320" y="1463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B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scope (deliberately out of scope now)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846320" y="1874520"/>
            <a:ext cx="3657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wearable button (BLE) — designed and partly built, dropped for this delivery</a:t>
            </a:r>
            <a:endParaRPr lang="en-US" sz="11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 fallback via Twilio for critical alerts (implemented, off by default)</a:t>
            </a:r>
            <a:endParaRPr lang="en-US" sz="11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location service during trips</a:t>
            </a:r>
            <a:endParaRPr lang="en-US" sz="11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planned: police/emergency dispatch APIs, AI danger detection, smartwatch app, social features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project stands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606040" cy="1051560"/>
          </a:xfrm>
          <a:prstGeom prst="roundRect">
            <a:avLst>
              <a:gd name="adj" fmla="val 10435"/>
            </a:avLst>
          </a:prstGeom>
          <a:solidFill>
            <a:srgbClr val="243040"/>
          </a:solidFill>
          <a:ln w="12700">
            <a:solidFill>
              <a:srgbClr val="24304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2801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B3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288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A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endpoints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46120" y="1188720"/>
            <a:ext cx="2606040" cy="1051560"/>
          </a:xfrm>
          <a:prstGeom prst="roundRect">
            <a:avLst>
              <a:gd name="adj" fmla="val 10435"/>
            </a:avLst>
          </a:prstGeom>
          <a:solidFill>
            <a:srgbClr val="243040"/>
          </a:solidFill>
          <a:ln w="12700">
            <a:solidFill>
              <a:srgbClr val="24304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29000" y="12801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B3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3429000" y="18288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A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screens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035040" y="1188720"/>
            <a:ext cx="2606040" cy="1051560"/>
          </a:xfrm>
          <a:prstGeom prst="roundRect">
            <a:avLst>
              <a:gd name="adj" fmla="val 10435"/>
            </a:avLst>
          </a:prstGeom>
          <a:solidFill>
            <a:srgbClr val="243040"/>
          </a:solidFill>
          <a:ln w="12700">
            <a:solidFill>
              <a:srgbClr val="24304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0" y="12801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B3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18288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A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423160"/>
            <a:ext cx="2606040" cy="1051560"/>
          </a:xfrm>
          <a:prstGeom prst="roundRect">
            <a:avLst>
              <a:gd name="adj" fmla="val 10435"/>
            </a:avLst>
          </a:prstGeom>
          <a:solidFill>
            <a:srgbClr val="243040"/>
          </a:solidFill>
          <a:ln w="12700">
            <a:solidFill>
              <a:srgbClr val="24304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25146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B3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063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A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services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246120" y="2423160"/>
            <a:ext cx="2606040" cy="1051560"/>
          </a:xfrm>
          <a:prstGeom prst="roundRect">
            <a:avLst>
              <a:gd name="adj" fmla="val 10435"/>
            </a:avLst>
          </a:prstGeom>
          <a:solidFill>
            <a:srgbClr val="243040"/>
          </a:solidFill>
          <a:ln w="12700">
            <a:solidFill>
              <a:srgbClr val="24304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29000" y="25146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B3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200" dirty="0"/>
          </a:p>
        </p:txBody>
      </p:sp>
      <p:sp>
        <p:nvSpPr>
          <p:cNvPr id="17" name="Text 15"/>
          <p:cNvSpPr txBox="1"/>
          <p:nvPr/>
        </p:nvSpPr>
        <p:spPr>
          <a:xfrm>
            <a:off x="3429000" y="3063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A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tables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035040" y="2423160"/>
            <a:ext cx="2606040" cy="1051560"/>
          </a:xfrm>
          <a:prstGeom prst="roundRect">
            <a:avLst>
              <a:gd name="adj" fmla="val 10435"/>
            </a:avLst>
          </a:prstGeom>
          <a:solidFill>
            <a:srgbClr val="243040"/>
          </a:solidFill>
          <a:ln w="12700">
            <a:solidFill>
              <a:srgbClr val="24304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217920" y="25146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B3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3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3063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A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files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37947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FEA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complete and tested · Android app complete and running · push verified · cloud deployment next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 — questions?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PingHome - Progress Presentation</dc:title>
  <dc:subject>PptxGenJS Presentation</dc:subject>
  <dc:creator>PingHome team</dc:creator>
  <cp:lastModifiedBy>PingHome team</cp:lastModifiedBy>
  <cp:revision>1</cp:revision>
  <dcterms:created xsi:type="dcterms:W3CDTF">2026-09-21T17:24:06Z</dcterms:created>
  <dcterms:modified xsi:type="dcterms:W3CDTF">2026-09-21T17:24:06Z</dcterms:modified>
</cp:coreProperties>
</file>