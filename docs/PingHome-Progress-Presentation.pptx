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bracketed placeholders with your names, course and date. Everything in this deck reflects what is actually built and tested as of the presentation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PingHome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wearable-free safety companion that watches over solo commuters — automatically, quietly, and only when it matters.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920240" cy="365760"/>
          </a:xfrm>
          <a:prstGeom prst="roundRect">
            <a:avLst>
              <a:gd name="adj" fmla="val 125000"/>
            </a:avLst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  ·  [Course / Guide]  ·  [Date]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28816" y="448056"/>
            <a:ext cx="1961388" cy="4224528"/>
          </a:xfrm>
          <a:prstGeom prst="roundRect">
            <a:avLst>
              <a:gd name="adj" fmla="val 7459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C:/Users/ayush/Documents/PingHome/docs/screenshots/hom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02920"/>
            <a:ext cx="18516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safety apps don't get used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73352"/>
            <a:ext cx="411480" cy="411480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is hard in the moment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need you to open them and press something exactly when you are least able 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tracking gets switched off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location sharing trades privacy for safety, so people disable it — and then it's useless.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76472"/>
            <a:ext cx="411480" cy="411480"/>
          </a:xfrm>
          <a:prstGeom prst="ellipse">
            <a:avLst/>
          </a:prstGeom>
          <a:solidFill>
            <a:srgbClr val="D81B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notices a non-arrival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simply don't get home, no app raises the alarm by itself.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1417320"/>
            <a:ext cx="2286000" cy="3017520"/>
          </a:xfrm>
          <a:prstGeom prst="roundRect">
            <a:avLst>
              <a:gd name="adj" fmla="val 48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01168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does nothing until you don't arrive — and then acts on your behalf, with the people you chose.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PingHome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 at a time — no tracking before, nothing after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trip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on the map, expected arrival, grace period, and which trusted contacts watch (alert-only or location).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64592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→ done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6517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geofence detects arrival automatically. Trip closes, sharing stops, location history is purged. No taps.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FFA7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→ nudge → escalate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6517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arrival + grace? "Still safe?" nudge. No answer? Watchers are alerted with the last known location.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645920"/>
            <a:ext cx="457200" cy="457200"/>
          </a:xfrm>
          <a:prstGeom prst="ellipse">
            <a:avLst/>
          </a:prstGeom>
          <a:solidFill>
            <a:srgbClr val="D81B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240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any time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65176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 alerts every watcher immediately — with or without a trip in progress.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fake incoming call to exit an uncomfortable situation — local only, never creates an alert.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owns the truth; the phone owns the senses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373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 · XML)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17373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0752" y="173736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Machine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D81B3F"/>
          </a:solidFill>
          <a:ln w="12700">
            <a:solidFill>
              <a:srgbClr val="D81B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56832" y="173736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194560"/>
            <a:ext cx="1097280" cy="0"/>
          </a:xfrm>
          <a:prstGeom prst="line">
            <a:avLst/>
          </a:prstGeom>
          <a:noFill/>
          <a:ln w="19050">
            <a:solidFill>
              <a:srgbClr val="8B94A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603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HTTPS/REST + JWT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731520" cy="0"/>
          </a:xfrm>
          <a:prstGeom prst="line">
            <a:avLst/>
          </a:prstGeom>
          <a:noFill/>
          <a:ln w="19050">
            <a:solidFill>
              <a:srgbClr val="D81B3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7635240" y="1417320"/>
            <a:ext cx="0" cy="320040"/>
          </a:xfrm>
          <a:prstGeom prst="line">
            <a:avLst/>
          </a:prstGeom>
          <a:noFill/>
          <a:ln w="19050">
            <a:solidFill>
              <a:srgbClr val="D81B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417320"/>
            <a:ext cx="6080760" cy="0"/>
          </a:xfrm>
          <a:prstGeom prst="line">
            <a:avLst/>
          </a:prstGeom>
          <a:noFill/>
          <a:ln w="19050">
            <a:solidFill>
              <a:srgbClr val="D81B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1417320"/>
            <a:ext cx="0" cy="320040"/>
          </a:xfrm>
          <a:prstGeom prst="line">
            <a:avLst/>
          </a:prstGeom>
          <a:noFill/>
          <a:ln w="19050">
            <a:solidFill>
              <a:srgbClr val="D81B3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57600" y="1170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92608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0752" y="292608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MySQL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30752" y="374904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Insights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0" cy="274320"/>
          </a:xfrm>
          <a:prstGeom prst="line">
            <a:avLst/>
          </a:prstGeom>
          <a:noFill/>
          <a:ln w="19050">
            <a:solidFill>
              <a:srgbClr val="0E8C8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3520440"/>
            <a:ext cx="0" cy="228600"/>
          </a:xfrm>
          <a:prstGeom prst="line">
            <a:avLst/>
          </a:prstGeom>
          <a:noFill/>
          <a:ln w="19050">
            <a:solidFill>
              <a:srgbClr val="0E8C8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29260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29260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Geofencing (on-device)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84048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 (osmdroid)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54480" y="2651760"/>
            <a:ext cx="0" cy="274320"/>
          </a:xfrm>
          <a:prstGeom prst="line">
            <a:avLst/>
          </a:prstGeom>
          <a:noFill/>
          <a:ln w="19050">
            <a:solidFill>
              <a:srgbClr val="8B94A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554480" y="3611880"/>
            <a:ext cx="0" cy="228600"/>
          </a:xfrm>
          <a:prstGeom prst="line">
            <a:avLst/>
          </a:prstGeom>
          <a:noFill/>
          <a:ln w="19050">
            <a:solidFill>
              <a:srgbClr val="8B94A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83680" y="292608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E9F8F6"/>
          </a:solidFill>
          <a:ln w="12700">
            <a:solidFill>
              <a:srgbClr val="E9F8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720840" y="3017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owns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trips, watchers, escalation, alerts, privacy rules.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owns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GPS/geofence, map, push handling, fake call.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· XML · Material 3 · Retrofit/OkHttp · Play Services Location + Geofencing · FCM · osmdroid (OpenStreetMap)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· Spring Boot 3 · Spring Security · JWT + BCrypt · Spring Data JPA/Hibernate · Flyway · @Scheduled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 locally → Azure Database for MySQL (flexible server) when deployed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Virtual Machine · Azure Database for MySQL · Azure Application Insights · Firebase Cloud Messaging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· Gradle · Android Studio · Git · Azure CLI deployment 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XML on Android and Spring Boot on the backend were project requirements; every other choice was made to keep the system free to run and simple to explain.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services — four genuinely integrated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Azure's free-account allowance and Firebase's free plan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Machine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Spring Boot backend as an always-on service behind Caddy (automatic HTTPS). Always-on matters: the escalation timer lives inside the process.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554480"/>
            <a:ext cx="320040" cy="320040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Database for MySQL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231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store. Same JDBC config as local MySQL, TLS enforced; Flyway creates the schema on first boot.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Insights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4231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exception and log telemetry through the Java agent — the scheduler's nudge/escalate lines are visible in the portal.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554480"/>
            <a:ext cx="320040" cy="320040"/>
          </a:xfrm>
          <a:prstGeom prst="rect">
            <a:avLst/>
          </a:prstGeom>
          <a:solidFill>
            <a:srgbClr val="D81B3F"/>
          </a:solidFill>
          <a:ln w="12700">
            <a:solidFill>
              <a:srgbClr val="D81B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4231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notifications: nudges, escalations, watcher alerts. Verified end-to-end on device.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9F8F6"/>
          </a:solidFill>
          <a:ln w="12700">
            <a:solidFill>
              <a:srgbClr val="E9F8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4360" y="39136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Azure and not Google Cloud (the original plan): Cloud SQL has no free tier, and Google Payments repeatedly refused to enable billing on personal accounts. University-owned cloud tenancy was deliberately not used. Twilio SMS fallback is implemented but off by default.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built: backend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tested, and verified against a real MySQL database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3258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86000" y="1417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3258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77640" y="1417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with BCrypt password hashing and JWT sessions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contacts; trips with watchers at ALERT_ONLY or LOCATION_DURING_TRIP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scheduler: arrival + grace → nudge → timeout → escalate &amp; notify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SOS: creates and escalates an alert immediately; duplicate taps deduplicated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watcher-permission checks on every trip/location endpoint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Flyway-managed schema; Demo Mode profile for short timers during a live demo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132588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3504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Escalation, seen for real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9202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backend log, 21 Sep: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20:54:46  Sent safety nudge for trip 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F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20:59:45  Escalated trip 1 – no safety confirmation within nudge timeout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trip's arrival time passed while nobody touched the app. The scheduler nudged the traveller by push, waited the 5-minute timeout, and escalated — exactly as designed.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built: Android app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screens · builds with the Android Gradle Plugin · runs on the emulator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8056" y="1316736"/>
            <a:ext cx="1570482" cy="3355848"/>
          </a:xfrm>
          <a:prstGeom prst="roundRect">
            <a:avLst>
              <a:gd name="adj" fmla="val 9316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C:/Users/ayush/Documents/PingHome/docs/screenshots/hom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460754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" y="4709160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SOS first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11730" y="1316736"/>
            <a:ext cx="1570482" cy="3355848"/>
          </a:xfrm>
          <a:prstGeom prst="roundRect">
            <a:avLst>
              <a:gd name="adj" fmla="val 9316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C:/Users/ayush/Documents/PingHome/docs/screenshots/new_trip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94" y="1371600"/>
            <a:ext cx="1460754" cy="3246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92274" y="4709160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trip — map picker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75404" y="1316736"/>
            <a:ext cx="1570482" cy="3355848"/>
          </a:xfrm>
          <a:prstGeom prst="roundRect">
            <a:avLst>
              <a:gd name="adj" fmla="val 9316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C:/Users/ayush/Documents/PingHome/docs/screenshots/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1371600"/>
            <a:ext cx="1460754" cy="3246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55948" y="4709160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— trusted contacts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485382" y="1417320"/>
            <a:ext cx="229285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SOS-first Home: pulsing SOS, live-location badge, Fake Call, current trip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creation on an OpenStreetMap picker (no API key, no billing)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arrival detection — Android Geofencing API, not GPS polling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handling; fake incoming call (local only)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views: trips being watched, last known location, alerts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theme (remembered)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screens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from the local backend — not mock-ups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0936" y="1225296"/>
            <a:ext cx="1488186" cy="3172968"/>
          </a:xfrm>
          <a:prstGeom prst="roundRect">
            <a:avLst>
              <a:gd name="adj" fmla="val 983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C:/Users/ayush/Documents/PingHome/docs/screenshots/active_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1378458" cy="3063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4434840"/>
            <a:ext cx="192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trip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2314" y="1225296"/>
            <a:ext cx="1488186" cy="3172968"/>
          </a:xfrm>
          <a:prstGeom prst="roundRect">
            <a:avLst>
              <a:gd name="adj" fmla="val 983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C:/Users/ayush/Documents/PingHome/docs/screenshots/tri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178" y="1280160"/>
            <a:ext cx="1378458" cy="3063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92858" y="4434840"/>
            <a:ext cx="192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— mine &amp; watching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93692" y="1225296"/>
            <a:ext cx="1488186" cy="3172968"/>
          </a:xfrm>
          <a:prstGeom prst="roundRect">
            <a:avLst>
              <a:gd name="adj" fmla="val 983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C:/Users/ayush/Documents/PingHome/docs/screenshots/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1280160"/>
            <a:ext cx="1378458" cy="3063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74236" y="4434840"/>
            <a:ext cx="192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75070" y="1225296"/>
            <a:ext cx="1488186" cy="3172968"/>
          </a:xfrm>
          <a:prstGeom prst="roundRect">
            <a:avLst>
              <a:gd name="adj" fmla="val 983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C:/Users/ayush/Documents/PingHome/docs/screenshots/hom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934" y="1280160"/>
            <a:ext cx="1378458" cy="30632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55614" y="4434840"/>
            <a:ext cx="192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dark mode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 — verified end-to-end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Firebase project, real device token, real delivery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85216" y="1271016"/>
            <a:ext cx="1591056" cy="3401568"/>
          </a:xfrm>
          <a:prstGeom prst="roundRect">
            <a:avLst>
              <a:gd name="adj" fmla="val 919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C:/Users/ayush/Documents/PingHome/docs/screenshots/push_not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481328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4709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Watcher's phone (emulator)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26080" y="1417320"/>
            <a:ext cx="384048" cy="384048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371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launches and registers its FCM device token with the backend (PUT /api/users/me/fcm-token → 204).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0" y="2194560"/>
            <a:ext cx="384048" cy="384048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user's trip has this device's account as a watcher; they press SOS.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926080" y="2971800"/>
            <a:ext cx="384048" cy="384048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926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creates + escalates the alert and hands the push to Firebase (Admin SDK, service-account key).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926080" y="3749040"/>
            <a:ext cx="384048" cy="3840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26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3703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delivers it: "Priya Traveller triggered an SOS — Destination: Library" — arrived in seconds.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best-effort by nature (FCM); the app never claims guaranteed delivery. The optional Twilio SMS fallback exists for critical alerts and is disabled by default.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privacy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in, not bolted 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274320" cy="274320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399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 sessions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3807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hashing; JWT sessions stored in encrypted preferences on the phone; the deployed profile refuses to start with the development secret.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67128"/>
            <a:ext cx="274320" cy="274320"/>
          </a:xfrm>
          <a:prstGeom prst="ellipse">
            <a:avLst/>
          </a:prstGeom>
          <a:solidFill>
            <a:srgbClr val="0E8C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0665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trip/location/alert endpoint re-checks who is asking. Changing an ID in a request returns 403 — never someone else's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852928"/>
            <a:ext cx="274320" cy="274320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2770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permissions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7523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ALERT_ONLY vs LOCATION_DURING_TRIP, chosen per trip. Permanent tracking is never the default.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38728"/>
            <a:ext cx="274320" cy="274320"/>
          </a:xfrm>
          <a:prstGeom prst="ellipse">
            <a:avLst/>
          </a:prstGeom>
          <a:solidFill>
            <a:srgbClr val="0E8C8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3456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lifecycle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4381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before a trip. Samples only during it. Purged the moment it completes; the API then rejects location reads and writes.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24528"/>
            <a:ext cx="274320" cy="274320"/>
          </a:xfrm>
          <a:prstGeom prst="ellipse">
            <a:avLst/>
          </a:prstGeom>
          <a:solidFill>
            <a:srgbClr val="12B3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422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41239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environment variables and gitignored files. No keys, tokens or passwords in the repository.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status — the required scenarios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has actually been run is marked verified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45720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arrival through geofence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verified by test · on-phone geofence walk 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"I'm Safe" (idempotent)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arrival → nudge → escalation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test and observed live (20:54 nudge → 20:59 escalate)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SOS → watcher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end-to-end incl. real push on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wearable SOS over 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B94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Descoped — hardware wearable dropped from the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call creates no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design (local only) · manual check pending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after completion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access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(403)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events handled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E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connectivity / retry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(retry, dedup guard) · not fault-injection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changes &amp; challenges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original plan, and why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63040"/>
            <a:ext cx="201168" cy="201168"/>
          </a:xfrm>
          <a:prstGeom prst="rect">
            <a:avLst/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→ Azure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8249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Payments refused to enable billing on personal accounts (three attempts). Azure's free account covers the whole stack; backend code unchanged — only deployment configuration.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463040"/>
            <a:ext cx="201168" cy="201168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→ OpenStreetMap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68249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requires a billing-enabled project. Swapped the map library only; GPS and geofencing were always on-device and unaffected.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023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651760"/>
            <a:ext cx="201168" cy="201168"/>
          </a:xfrm>
          <a:prstGeom prst="rect">
            <a:avLst/>
          </a:prstGeom>
          <a:solidFill>
            <a:srgbClr val="D81B3F"/>
          </a:solidFill>
          <a:ln w="12700">
            <a:solidFill>
              <a:srgbClr val="D81B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587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dropped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8712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ESP32 button is no longer part of the deliverable. SOS is the in-app button. The BLE relay code remains in the codebase but is out of scope.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4023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651760"/>
            <a:ext cx="201168" cy="201168"/>
          </a:xfrm>
          <a:prstGeom prst="rect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2587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would break escalation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87121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 timer runs inside the backend process. Platforms that scale to zero pause it silently — so the backend runs on an always-on VM.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840480"/>
            <a:ext cx="201168" cy="201168"/>
          </a:xfrm>
          <a:prstGeom prst="rect">
            <a:avLst/>
          </a:prstGeom>
          <a:solidFill>
            <a:srgbClr val="FFA733"/>
          </a:solidFill>
          <a:ln w="12700">
            <a:solidFill>
              <a:srgbClr val="FFA7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3776472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running it, then fixed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059936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action buttons hid "add contact"; a layout error broke the build; denying background location looped the permission prompt.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to the final demo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1143000" cy="292608"/>
          </a:xfrm>
          <a:prstGeom prst="roundRect">
            <a:avLst>
              <a:gd name="adj" fmla="val 156250"/>
            </a:avLst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389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backend to Azure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written (VM, MySQL, App Insights, HTTPS); Azure account created. First real run is the next step.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121408"/>
            <a:ext cx="1143000" cy="292608"/>
          </a:xfrm>
          <a:prstGeom prst="roundRect">
            <a:avLst>
              <a:gd name="adj" fmla="val 156250"/>
            </a:avLst>
          </a:prstGeom>
          <a:solidFill>
            <a:srgbClr val="12B3A8"/>
          </a:solidFill>
          <a:ln w="12700">
            <a:solidFill>
              <a:srgbClr val="12B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1214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048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APK against the cloud URL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299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pointed at the HTTPS backend; the same push test again, but from the cloud.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79776"/>
            <a:ext cx="1143000" cy="292608"/>
          </a:xfrm>
          <a:prstGeom prst="roundRect">
            <a:avLst>
              <a:gd name="adj" fmla="val 156250"/>
            </a:avLst>
          </a:prstGeom>
          <a:solidFill>
            <a:srgbClr val="FFA733"/>
          </a:solidFill>
          <a:ln w="12700">
            <a:solidFill>
              <a:srgbClr val="FFA7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7797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demo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2706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manual scenarios on device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68833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arrival (emulator location), fake call, watcher screens, connectivity loss.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438144"/>
            <a:ext cx="1143000" cy="292608"/>
          </a:xfrm>
          <a:prstGeom prst="roundRect">
            <a:avLst>
              <a:gd name="adj" fmla="val 156250"/>
            </a:avLst>
          </a:prstGeom>
          <a:solidFill>
            <a:srgbClr val="FFA733"/>
          </a:solidFill>
          <a:ln w="12700">
            <a:solidFill>
              <a:srgbClr val="FFA7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438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demo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3364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rehearsal in Demo Mode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34670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scheduler and 1-minute nudge so escalation can be shown live in under two minutes.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096512"/>
            <a:ext cx="1143000" cy="292608"/>
          </a:xfrm>
          <a:prstGeom prst="roundRect">
            <a:avLst>
              <a:gd name="adj" fmla="val 156250"/>
            </a:avLst>
          </a:prstGeom>
          <a:solidFill>
            <a:srgbClr val="D81B3F"/>
          </a:solidFill>
          <a:ln w="12700">
            <a:solidFill>
              <a:srgbClr val="D81B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4096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demo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92024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after evaluation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005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deletes the Azure resource group; nothing left that can bill.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plan: the Azure free account has a hard spending cap for its first 30 days; the deployment is timed to sit inside that window, then deleted.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PingHome · Progress Presentation ·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81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samples are pushed only while the Active Trip screen is open (arrival detection still works in the background)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delivery is best-effort — FCM cannot guarantee delivery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OpenStreetMap's public tile servers are volunteer-run; a product would use a commercial tile service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Poor-connectivity behaviour is implemented but not fault-injection tested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(deliberately out of scope now)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wearable button (BLE) — designed and partly built, dropped for this delivery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via Twilio for critical alerts (implemented, off by default)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location service during trips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planned: police/emergency dispatch APIs, AI danger detection, smartwatch app, social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423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43040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B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files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complete and tested · Android app complete and running · push verified · cloud deployment next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PingHome - Progress Presentation</dc:title>
  <dc:subject>PptxGenJS Presentation</dc:subject>
  <dc:creator>PingHome team</dc:creator>
  <cp:lastModifiedBy>PingHome team</cp:lastModifiedBy>
  <cp:revision>1</cp:revision>
  <dcterms:created xsi:type="dcterms:W3CDTF">2026-09-21T18:02:10Z</dcterms:created>
  <dcterms:modified xsi:type="dcterms:W3CDTF">2026-09-21T18:02:10Z</dcterms:modified>
</cp:coreProperties>
</file>