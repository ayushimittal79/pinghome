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58" y="-7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95780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bracketed placeholders with your names, course and date. Everything in this deck reflects what is actually built and tested as of the presentation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PingHome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F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wearable-free safety companion that watches over solo commuters — automatically, quietly, and only when it matters.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3200400"/>
            <a:ext cx="1920240" cy="365760"/>
          </a:xfrm>
          <a:prstGeom prst="roundRect">
            <a:avLst>
              <a:gd name="adj" fmla="val 125000"/>
            </a:avLst>
          </a:prstGeom>
          <a:solidFill>
            <a:srgbClr val="12B3A8"/>
          </a:solidFill>
          <a:ln w="12700">
            <a:solidFill>
              <a:srgbClr val="12B3A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200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PRESENTATION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49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member names]  ·  [Course / Guide]  ·  [Date]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528816" y="448056"/>
            <a:ext cx="1961388" cy="4224528"/>
          </a:xfrm>
          <a:prstGeom prst="roundRect">
            <a:avLst>
              <a:gd name="adj" fmla="val 7459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8" name="Image 0" descr="C:/Users/ayush/Documents/PingHome/docs/screenshots/home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502920"/>
            <a:ext cx="185166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existing safety apps don't get used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56692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73352"/>
            <a:ext cx="411480" cy="411480"/>
          </a:xfrm>
          <a:prstGeom prst="ellipse">
            <a:avLst/>
          </a:prstGeom>
          <a:solidFill>
            <a:srgbClr val="12B3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73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5544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 is hard in the moment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874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apps need you to open them and press something exactly when you are least able to.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56692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724912"/>
            <a:ext cx="411480" cy="411480"/>
          </a:xfrm>
          <a:prstGeom prst="ellipse">
            <a:avLst/>
          </a:prstGeom>
          <a:solidFill>
            <a:srgbClr val="12B3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7249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606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 tracking gets switched off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2926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 location sharing trades privacy for safety, so people disable it — and then it's useless.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520440"/>
            <a:ext cx="56692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776472"/>
            <a:ext cx="411480" cy="411480"/>
          </a:xfrm>
          <a:prstGeom prst="ellipse">
            <a:avLst/>
          </a:prstGeom>
          <a:solidFill>
            <a:srgbClr val="D81B3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776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657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notices a non-arrival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3977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simply don't get home, no app raises the alarm by itself.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0" y="1417320"/>
            <a:ext cx="2286000" cy="3017520"/>
          </a:xfrm>
          <a:prstGeom prst="roundRect">
            <a:avLst>
              <a:gd name="adj" fmla="val 4800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583680" y="16002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B3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2011680"/>
            <a:ext cx="1920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does nothing until you don't arrive — and then acts on your behalf, with the people you chose.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PingHome works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trip at a time — no tracking before, nothing after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920240" cy="2926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45920"/>
            <a:ext cx="457200" cy="457200"/>
          </a:xfrm>
          <a:prstGeom prst="ellipse">
            <a:avLst/>
          </a:prstGeom>
          <a:solidFill>
            <a:srgbClr val="12B3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402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trip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51760"/>
            <a:ext cx="1600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 on the map, expected arrival, grace period, and which trusted contacts watch (alert-only or location).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0320" y="1463040"/>
            <a:ext cx="1920240" cy="2926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0" y="1645920"/>
            <a:ext cx="457200" cy="45720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432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2402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 → done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2651760"/>
            <a:ext cx="1600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geofence detects arrival automatically. Trip closes, sharing stops, location history is purged. No taps.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1463040"/>
            <a:ext cx="1920240" cy="2926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46320" y="1645920"/>
            <a:ext cx="457200" cy="457200"/>
          </a:xfrm>
          <a:prstGeom prst="ellipse">
            <a:avLst/>
          </a:prstGeom>
          <a:solidFill>
            <a:srgbClr val="FFA7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22402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→ nudge → escalate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2651760"/>
            <a:ext cx="1600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arrival + grace? "Still safe?" nudge. No answer? Watchers are alerted with the last known location.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66560" y="1463040"/>
            <a:ext cx="1920240" cy="2926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949440" y="1645920"/>
            <a:ext cx="457200" cy="457200"/>
          </a:xfrm>
          <a:prstGeom prst="ellipse">
            <a:avLst/>
          </a:prstGeom>
          <a:solidFill>
            <a:srgbClr val="D81B3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9494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22402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 any time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2651760"/>
            <a:ext cx="1600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press alerts every watcher immediately — with or without a trip in progress.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a fake incoming call to exit an uncomfortable situation — local only, never creates an alert.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backend owns the truth; the phone owns the senses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737360"/>
            <a:ext cx="18653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app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(Java · XML)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0" y="1737360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12B3A8"/>
          </a:solidFill>
          <a:ln w="12700">
            <a:solidFill>
              <a:srgbClr val="12B3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30752" y="1737360"/>
            <a:ext cx="2048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backend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Virtual Machine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83680" y="173736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D81B3F"/>
          </a:solidFill>
          <a:ln w="12700">
            <a:solidFill>
              <a:srgbClr val="D81B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56832" y="1737360"/>
            <a:ext cx="19568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Cloud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60320" y="2194560"/>
            <a:ext cx="1097280" cy="0"/>
          </a:xfrm>
          <a:prstGeom prst="line">
            <a:avLst/>
          </a:prstGeom>
          <a:noFill/>
          <a:ln w="19050">
            <a:solidFill>
              <a:srgbClr val="8B94A3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560320" y="1874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HTTPS/REST + JWT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52160" y="2194560"/>
            <a:ext cx="731520" cy="0"/>
          </a:xfrm>
          <a:prstGeom prst="line">
            <a:avLst/>
          </a:prstGeom>
          <a:noFill/>
          <a:ln w="19050">
            <a:solidFill>
              <a:srgbClr val="D81B3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 flipV="1">
            <a:off x="7635240" y="1417320"/>
            <a:ext cx="0" cy="320040"/>
          </a:xfrm>
          <a:prstGeom prst="line">
            <a:avLst/>
          </a:prstGeom>
          <a:noFill/>
          <a:ln w="19050">
            <a:solidFill>
              <a:srgbClr val="D81B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54480" y="1417320"/>
            <a:ext cx="6080760" cy="0"/>
          </a:xfrm>
          <a:prstGeom prst="line">
            <a:avLst/>
          </a:prstGeom>
          <a:noFill/>
          <a:ln w="19050">
            <a:solidFill>
              <a:srgbClr val="D81B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54480" y="1417320"/>
            <a:ext cx="0" cy="320040"/>
          </a:xfrm>
          <a:prstGeom prst="line">
            <a:avLst/>
          </a:prstGeom>
          <a:noFill/>
          <a:ln w="19050">
            <a:solidFill>
              <a:srgbClr val="D81B3F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657600" y="117043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8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notifications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0" y="2926080"/>
            <a:ext cx="2194560" cy="594360"/>
          </a:xfrm>
          <a:prstGeom prst="roundRect">
            <a:avLst>
              <a:gd name="adj" fmla="val 15385"/>
            </a:avLst>
          </a:prstGeom>
          <a:solidFill>
            <a:srgbClr val="0E8C84"/>
          </a:solidFill>
          <a:ln w="12700">
            <a:solidFill>
              <a:srgbClr val="0E8C8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30752" y="2926080"/>
            <a:ext cx="2048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Database for MySQL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0" y="3749040"/>
            <a:ext cx="2194560" cy="594360"/>
          </a:xfrm>
          <a:prstGeom prst="roundRect">
            <a:avLst>
              <a:gd name="adj" fmla="val 15385"/>
            </a:avLst>
          </a:prstGeom>
          <a:solidFill>
            <a:srgbClr val="0E8C84"/>
          </a:solidFill>
          <a:ln w="12700">
            <a:solidFill>
              <a:srgbClr val="0E8C8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30752" y="3749040"/>
            <a:ext cx="2048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Application Insights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2651760"/>
            <a:ext cx="0" cy="274320"/>
          </a:xfrm>
          <a:prstGeom prst="line">
            <a:avLst/>
          </a:prstGeom>
          <a:noFill/>
          <a:ln w="19050">
            <a:solidFill>
              <a:srgbClr val="0E8C8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754880" y="3520440"/>
            <a:ext cx="0" cy="228600"/>
          </a:xfrm>
          <a:prstGeom prst="line">
            <a:avLst/>
          </a:prstGeom>
          <a:noFill/>
          <a:ln w="19050">
            <a:solidFill>
              <a:srgbClr val="0E8C8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48640" y="292608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" y="292608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Play Services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· Geofencing (on-device)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384048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1792" y="3840480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tiles (osmdroid)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554480" y="2651760"/>
            <a:ext cx="0" cy="274320"/>
          </a:xfrm>
          <a:prstGeom prst="line">
            <a:avLst/>
          </a:prstGeom>
          <a:noFill/>
          <a:ln w="19050">
            <a:solidFill>
              <a:srgbClr val="8B94A3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554480" y="3611880"/>
            <a:ext cx="0" cy="228600"/>
          </a:xfrm>
          <a:prstGeom prst="line">
            <a:avLst/>
          </a:prstGeom>
          <a:noFill/>
          <a:ln w="19050">
            <a:solidFill>
              <a:srgbClr val="8B94A3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583680" y="2926080"/>
            <a:ext cx="2103120" cy="1417320"/>
          </a:xfrm>
          <a:prstGeom prst="roundRect">
            <a:avLst>
              <a:gd name="adj" fmla="val 7742"/>
            </a:avLst>
          </a:prstGeom>
          <a:solidFill>
            <a:srgbClr val="E9F8F6"/>
          </a:solidFill>
          <a:ln w="12700">
            <a:solidFill>
              <a:srgbClr val="E9F8F6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720840" y="30175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owns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trips, watchers, escalation, alerts, privacy rules.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owns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UI, GPS/geofence, map, push handling, fake call.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283464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B3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 · XML · Material 3 · Retrofit/OkHttp · Play Services Location + Geofencing · FCM · osmdroid (OpenStreetMap)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B3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 21 · Spring Boot 3 · Spring Security · JWT + BCrypt · Spring Data JPA/Hibernate · Flyway · @Scheduled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B3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 8 locally → Azure Database for MySQL (flexible server) when deployed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B3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Virtual Machine · Azure Database for MySQL · Azure Application Insights · Firebase Cloud Messaging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B3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Maven · Gradle · Android Studio · Git · Azure CLI deployment scripts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+ XML on Android and Spring Boot on the backend were project requirements; every other choice was made to keep the system free to run and simple to explain.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services — four genuinely integrated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within Azure's free-account allowance and Firebase's free plan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554480"/>
            <a:ext cx="320040" cy="320040"/>
          </a:xfrm>
          <a:prstGeom prst="rect">
            <a:avLst/>
          </a:prstGeom>
          <a:solidFill>
            <a:srgbClr val="12B3A8"/>
          </a:solidFill>
          <a:ln w="12700">
            <a:solidFill>
              <a:srgbClr val="12B3A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9659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Virtual Machine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4231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Spring Boot backend as an always-on service behind Caddy (automatic HTTPS). Always-on matters: the escalation timer lives inside the process.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60320" y="137160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0" y="1554480"/>
            <a:ext cx="320040" cy="320040"/>
          </a:xfrm>
          <a:prstGeom prst="rect">
            <a:avLst/>
          </a:prstGeom>
          <a:solidFill>
            <a:srgbClr val="0E8C84"/>
          </a:solidFill>
          <a:ln w="12700">
            <a:solidFill>
              <a:srgbClr val="0E8C8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3200" y="19659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Database for MySQL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4231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persistent store. Same JDBC config as local MySQL, TLS enforced; Flyway creates the schema on first boot.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137160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46320" y="1554480"/>
            <a:ext cx="320040" cy="32004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19659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Application Insights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24231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Request, exception and log telemetry through the Java agent — the scheduler's nudge/escalate lines are visible in the portal.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766560" y="137160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949440" y="1554480"/>
            <a:ext cx="320040" cy="320040"/>
          </a:xfrm>
          <a:prstGeom prst="rect">
            <a:avLst/>
          </a:prstGeom>
          <a:solidFill>
            <a:srgbClr val="D81B3F"/>
          </a:solidFill>
          <a:ln w="12700">
            <a:solidFill>
              <a:srgbClr val="D81B3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49440" y="19659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Cloud Messaging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949440" y="24231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notifications: nudges, escalations, watcher alerts. Verified end-to-end on device.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14118"/>
            </a:avLst>
          </a:prstGeom>
          <a:solidFill>
            <a:srgbClr val="E9F8F6"/>
          </a:solidFill>
          <a:ln w="12700">
            <a:solidFill>
              <a:srgbClr val="E9F8F6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594360" y="391363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Azure and not Google Cloud (the original plan): Cloud SQL has no free tier, and Google Payments repeatedly refused to enable billing on personal accounts. University-owned cloud tenancy was deliberately not used. Twilio SMS fallback is implemented but off by default.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built: backend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Complete, tested, and verified against a real MySQL database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15544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594360" y="1417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B3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659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endpoints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48840" y="1325880"/>
            <a:ext cx="15544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286000" y="1417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B3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19659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40480" y="1325880"/>
            <a:ext cx="15544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977640" y="1417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3977640" y="19659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tests, all passing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0604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&amp; login with BCrypt password hashing and JWT sessions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contacts; trips with watchers at ALERT_ONLY or LOCATION_DURING_TRIP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scheduler: arrival + grace → nudge → timeout → escalate &amp; notify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SOS: creates and escalates an alert immediately; duplicate taps deduplicated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and watcher-permission checks on every trip/location endpoint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Flyway-managed schema; Demo Mode profile for short timers during a live demo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52160" y="1325880"/>
            <a:ext cx="2834640" cy="3337560"/>
          </a:xfrm>
          <a:prstGeom prst="roundRect">
            <a:avLst>
              <a:gd name="adj" fmla="val 3871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035040" y="1508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B3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Escalation, seen for real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1920240"/>
            <a:ext cx="2468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F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backend log, 21 Sep:</a:t>
            </a:r>
            <a:endParaRPr lang="en-US" sz="11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20:54:46  Sent safety nudge for trip 1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FF8F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20:59:45  Escalated trip 1 – no safety confirmation within nudge timeout</a:t>
            </a:r>
            <a:endParaRPr lang="en-US" sz="11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F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 trip's arrival time passed while nobody touched the app. The scheduler nudged the traveller by push, waited the 5-minute timeout, and escalated — exactly as designed.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built: Android app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screens · builds with the Android Gradle Plugin · runs on the emulator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48056" y="1316736"/>
            <a:ext cx="1570482" cy="3355848"/>
          </a:xfrm>
          <a:prstGeom prst="roundRect">
            <a:avLst>
              <a:gd name="adj" fmla="val 9316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6" name="Image 0" descr="C:/Users/ayush/Documents/PingHome/docs/screenshots/home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71600"/>
            <a:ext cx="1460754" cy="32461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8600" y="4709160"/>
            <a:ext cx="2009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— SOS first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411730" y="1316736"/>
            <a:ext cx="1570482" cy="3355848"/>
          </a:xfrm>
          <a:prstGeom prst="roundRect">
            <a:avLst>
              <a:gd name="adj" fmla="val 9316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9" name="Image 1" descr="C:/Users/ayush/Documents/PingHome/docs/screenshots/new_trip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6594" y="1371600"/>
            <a:ext cx="1460754" cy="32461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192274" y="4709160"/>
            <a:ext cx="2009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trip — map picker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375404" y="1316736"/>
            <a:ext cx="1570482" cy="3355848"/>
          </a:xfrm>
          <a:prstGeom prst="roundRect">
            <a:avLst>
              <a:gd name="adj" fmla="val 9316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12" name="Image 2" descr="C:/Users/ayush/Documents/PingHome/docs/screenshots/circ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0268" y="1371600"/>
            <a:ext cx="1460754" cy="32461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155948" y="4709160"/>
            <a:ext cx="2009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— trusted contacts</a:t>
            </a:r>
            <a:endParaRPr lang="en-US" sz="1000" dirty="0"/>
          </a:p>
        </p:txBody>
      </p:sp>
      <p:sp>
        <p:nvSpPr>
          <p:cNvPr id="14" name="Text 9"/>
          <p:cNvSpPr txBox="1"/>
          <p:nvPr/>
        </p:nvSpPr>
        <p:spPr>
          <a:xfrm>
            <a:off x="6485382" y="1417320"/>
            <a:ext cx="229285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SOS-first Home: pulsing SOS, live-location badge, Fake Call, current trip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creation on an OpenStreetMap picker (no API key, no billing)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Geofence arrival detection — Android Geofencing API, not GPS polling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FCM push handling; fake incoming call (local only)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Watcher views: trips being watched, last known location, alerts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Light/dark theme (remembered)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screens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from the local backend — not mock-ups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30936" y="1225296"/>
            <a:ext cx="1488186" cy="3172968"/>
          </a:xfrm>
          <a:prstGeom prst="roundRect">
            <a:avLst>
              <a:gd name="adj" fmla="val 9831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6" name="Image 0" descr="C:/Users/ayush/Documents/PingHome/docs/screenshots/active_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80160"/>
            <a:ext cx="1378458" cy="3063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11480" y="4434840"/>
            <a:ext cx="1927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trip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512314" y="1225296"/>
            <a:ext cx="1488186" cy="3172968"/>
          </a:xfrm>
          <a:prstGeom prst="roundRect">
            <a:avLst>
              <a:gd name="adj" fmla="val 9831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9" name="Image 1" descr="C:/Users/ayush/Documents/PingHome/docs/screenshots/tri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7178" y="1280160"/>
            <a:ext cx="1378458" cy="30632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292858" y="4434840"/>
            <a:ext cx="1927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Trips — mine &amp; watching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393692" y="1225296"/>
            <a:ext cx="1488186" cy="3172968"/>
          </a:xfrm>
          <a:prstGeom prst="roundRect">
            <a:avLst>
              <a:gd name="adj" fmla="val 9831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12" name="Image 2" descr="C:/Users/ayush/Documents/PingHome/docs/screenshots/prof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556" y="1280160"/>
            <a:ext cx="1378458" cy="3063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174236" y="4434840"/>
            <a:ext cx="1927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6275070" y="1225296"/>
            <a:ext cx="1488186" cy="3172968"/>
          </a:xfrm>
          <a:prstGeom prst="roundRect">
            <a:avLst>
              <a:gd name="adj" fmla="val 9831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15" name="Image 3" descr="C:/Users/ayush/Documents/PingHome/docs/screenshots/home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9934" y="1280160"/>
            <a:ext cx="1378458" cy="306324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055614" y="4434840"/>
            <a:ext cx="1927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— dark mode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Push notifications — verified end-to-end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Firebase project, real device token, real delivery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85216" y="1271016"/>
            <a:ext cx="1591056" cy="3401568"/>
          </a:xfrm>
          <a:prstGeom prst="roundRect">
            <a:avLst>
              <a:gd name="adj" fmla="val 9195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6" name="Image 0" descr="C:/Users/ayush/Documents/PingHome/docs/screenshots/push_not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481328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65760" y="470916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Watcher's phone (emulator)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926080" y="1417320"/>
            <a:ext cx="384048" cy="384048"/>
          </a:xfrm>
          <a:prstGeom prst="ellipse">
            <a:avLst/>
          </a:prstGeom>
          <a:solidFill>
            <a:srgbClr val="12B3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92608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474720" y="13716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launches and registers its FCM device token with the backend (PUT /api/users/me/fcm-token → 204).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926080" y="2194560"/>
            <a:ext cx="384048" cy="384048"/>
          </a:xfrm>
          <a:prstGeom prst="ellipse">
            <a:avLst/>
          </a:prstGeom>
          <a:solidFill>
            <a:srgbClr val="12B3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74720" y="21488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user's trip has this device's account as a watcher; they press SOS.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926080" y="2971800"/>
            <a:ext cx="384048" cy="384048"/>
          </a:xfrm>
          <a:prstGeom prst="ellipse">
            <a:avLst/>
          </a:prstGeom>
          <a:solidFill>
            <a:srgbClr val="12B3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92608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474720" y="292608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creates + escalates the alert and hands the push to Firebase (Admin SDK, service-account key).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2926080" y="3749040"/>
            <a:ext cx="384048" cy="384048"/>
          </a:xfrm>
          <a:prstGeom prst="ellipse">
            <a:avLst/>
          </a:prstGeom>
          <a:solidFill>
            <a:srgbClr val="2ECC7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2608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474720" y="3703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delivers it: "Priya Traveller triggered an SOS — Destination: Library" — arrived in seconds.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474720" y="4434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is best-effort by nature (FCM); the app never claims guaranteed delivery. The optional Twilio SMS fallback exists for critical alerts and is disabled by default.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&amp; privacy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in, not bolted on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81328"/>
            <a:ext cx="274320" cy="274320"/>
          </a:xfrm>
          <a:prstGeom prst="ellipse">
            <a:avLst/>
          </a:prstGeom>
          <a:solidFill>
            <a:srgbClr val="12B3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13990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&amp; sessions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380744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hashing; JWT sessions stored in encrypted preferences on the phone; the deployed profile refuses to start with the development secret.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822960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167128"/>
            <a:ext cx="274320" cy="274320"/>
          </a:xfrm>
          <a:prstGeom prst="ellipse">
            <a:avLst/>
          </a:prstGeom>
          <a:solidFill>
            <a:srgbClr val="0E8C8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20848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2066544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trip/location/alert endpoint re-checks who is asking. Changing an ID in a request returns 403 — never someone else's data.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822960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2852928"/>
            <a:ext cx="274320" cy="274320"/>
          </a:xfrm>
          <a:prstGeom prst="ellipse">
            <a:avLst/>
          </a:prstGeom>
          <a:solidFill>
            <a:srgbClr val="12B3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1560" y="27706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Watcher permissions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017520" y="2752344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ALERT_ONLY vs LOCATION_DURING_TRIP, chosen per trip. Permanent tracking is never the default.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383280"/>
            <a:ext cx="822960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3538728"/>
            <a:ext cx="274320" cy="274320"/>
          </a:xfrm>
          <a:prstGeom prst="ellipse">
            <a:avLst/>
          </a:prstGeom>
          <a:solidFill>
            <a:srgbClr val="0E8C8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51560" y="34564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lifecycle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3438144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before a trip. Samples only during it. Purged the moment it completes; the API then rejects location reads and writes.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4069080"/>
            <a:ext cx="822960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4224528"/>
            <a:ext cx="274320" cy="274320"/>
          </a:xfrm>
          <a:prstGeom prst="ellipse">
            <a:avLst/>
          </a:prstGeom>
          <a:solidFill>
            <a:srgbClr val="12B3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51560" y="41422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3017520" y="4123944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environment variables and gitignored files. No keys, tokens or passwords in the repository.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status — the required scenarios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has actually been run is marked verified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12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3319272"/>
        </p:xfrm>
        <a:graphic>
          <a:graphicData uri="http://schemas.openxmlformats.org/drawingml/2006/table">
            <a:tbl>
              <a:tblPr/>
              <a:tblGrid>
                <a:gridCol w="365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 arrival through geofence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 verified by test · on-phone geofence walk pending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"I'm Safe" (idempotent)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7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Missed arrival → nudge → escalation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7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 by test and observed live (20:54 nudge → 20:59 escalate)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SOS → watcher alert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7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 end-to-end incl. real push on device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 wearable SOS over 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8B94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Descoped — hardware wearable dropped from the project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 call creates no alert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design (local only) · manual check pending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Privacy after completion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7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Unauthorized access rejected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7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 (403)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 events handled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7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 connectivity / retry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 (retry, dedup guard) · not fault-injection tested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changes &amp; challenges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 since the original plan, and why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40233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21792" y="1463040"/>
            <a:ext cx="201168" cy="201168"/>
          </a:xfrm>
          <a:prstGeom prst="rect">
            <a:avLst/>
          </a:prstGeom>
          <a:solidFill>
            <a:srgbClr val="12B3A8"/>
          </a:solidFill>
          <a:ln w="12700">
            <a:solidFill>
              <a:srgbClr val="12B3A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139903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→ Azure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1682496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Payments refused to enable billing on personal accounts (three attempts). Azure's free account covers the whole stack; backend code unchanged — only deployment configuration.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1280160"/>
            <a:ext cx="40233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28032" y="1463040"/>
            <a:ext cx="201168" cy="201168"/>
          </a:xfrm>
          <a:prstGeom prst="rect">
            <a:avLst/>
          </a:prstGeom>
          <a:solidFill>
            <a:srgbClr val="0E8C84"/>
          </a:solidFill>
          <a:ln w="12700">
            <a:solidFill>
              <a:srgbClr val="0E8C8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66360" y="139903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→ OpenStreetMap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1682496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requires a billing-enabled project. Swapped the map library only; GPS and geofencing were always on-device and unaffected.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40233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1792" y="2651760"/>
            <a:ext cx="201168" cy="201168"/>
          </a:xfrm>
          <a:prstGeom prst="rect">
            <a:avLst/>
          </a:prstGeom>
          <a:solidFill>
            <a:srgbClr val="D81B3F"/>
          </a:solidFill>
          <a:ln w="12700">
            <a:solidFill>
              <a:srgbClr val="D81B3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25877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 dropped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2871216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physical ESP32 button is no longer part of the deliverable. SOS is the in-app button. The BLE relay code remains in the codebase but is out of scope.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63440" y="2468880"/>
            <a:ext cx="40233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28032" y="2651760"/>
            <a:ext cx="201168" cy="20116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66360" y="25877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would break escalation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166360" y="2871216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escalation timer runs inside the backend process. Platforms that scale to zero pause it silently — so the backend runs on an always-on VM.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822960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1792" y="3840480"/>
            <a:ext cx="201168" cy="201168"/>
          </a:xfrm>
          <a:prstGeom prst="rect">
            <a:avLst/>
          </a:prstGeom>
          <a:solidFill>
            <a:srgbClr val="FFA733"/>
          </a:solidFill>
          <a:ln w="12700">
            <a:solidFill>
              <a:srgbClr val="FFA7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60120" y="3776472"/>
            <a:ext cx="7543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running it, then fixed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4059936"/>
            <a:ext cx="7543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action buttons hid "add contact"; a layout error broke the build; denying background location looped the permission prompt.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 to the final demo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463040"/>
            <a:ext cx="1143000" cy="292608"/>
          </a:xfrm>
          <a:prstGeom prst="roundRect">
            <a:avLst>
              <a:gd name="adj" fmla="val 156250"/>
            </a:avLst>
          </a:prstGeom>
          <a:solidFill>
            <a:srgbClr val="12B3A8"/>
          </a:solidFill>
          <a:ln w="12700">
            <a:solidFill>
              <a:srgbClr val="12B3A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46304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13898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backend to Azure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37160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written (VM, MySQL, App Insights, HTTPS); Azure account created. First real run is the next step.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984248"/>
            <a:ext cx="822960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94360" y="2121408"/>
            <a:ext cx="1143000" cy="292608"/>
          </a:xfrm>
          <a:prstGeom prst="roundRect">
            <a:avLst>
              <a:gd name="adj" fmla="val 156250"/>
            </a:avLst>
          </a:prstGeom>
          <a:solidFill>
            <a:srgbClr val="12B3A8"/>
          </a:solidFill>
          <a:ln w="12700">
            <a:solidFill>
              <a:srgbClr val="12B3A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12140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deploy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920240" y="20482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APK against the cloud URL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02996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pointed at the HTTPS backend; the same push test again, but from the cloud.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642616"/>
            <a:ext cx="822960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4360" y="2779776"/>
            <a:ext cx="1143000" cy="292608"/>
          </a:xfrm>
          <a:prstGeom prst="roundRect">
            <a:avLst>
              <a:gd name="adj" fmla="val 156250"/>
            </a:avLst>
          </a:prstGeom>
          <a:solidFill>
            <a:srgbClr val="FFA733"/>
          </a:solidFill>
          <a:ln w="12700">
            <a:solidFill>
              <a:srgbClr val="FFA7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277977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demo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920240" y="270662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the manual scenarios on device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2688336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Geofence arrival (emulator location), fake call, watcher screens, connectivity loss.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300984"/>
            <a:ext cx="822960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94360" y="3438144"/>
            <a:ext cx="1143000" cy="292608"/>
          </a:xfrm>
          <a:prstGeom prst="roundRect">
            <a:avLst>
              <a:gd name="adj" fmla="val 156250"/>
            </a:avLst>
          </a:prstGeom>
          <a:solidFill>
            <a:srgbClr val="FFA733"/>
          </a:solidFill>
          <a:ln w="12700">
            <a:solidFill>
              <a:srgbClr val="FFA7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343814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demo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1920240" y="33649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rehearsal in Demo Mode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663440" y="3346704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5-second scheduler and 1-minute nudge so escalation can be shown live in under two minutes.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959352"/>
            <a:ext cx="822960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4360" y="4096512"/>
            <a:ext cx="1143000" cy="292608"/>
          </a:xfrm>
          <a:prstGeom prst="roundRect">
            <a:avLst>
              <a:gd name="adj" fmla="val 156250"/>
            </a:avLst>
          </a:prstGeom>
          <a:solidFill>
            <a:srgbClr val="D81B3F"/>
          </a:solidFill>
          <a:ln w="12700">
            <a:solidFill>
              <a:srgbClr val="D81B3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40965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demo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920240" y="4023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Teardown after evaluation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663440" y="4005072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deletes the Azure resource group; nothing left that can bill.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177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plan: the Azure free account has a hard spending cap for its first 30 days; the deployment is timed to sit inside that window, then deleted.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future scope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honestly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402336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D8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limitations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7452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samples are pushed only while the Active Trip screen is open (arrival detection still works in the background)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delivery is best-effort — FCM cannot guarantee delivery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OpenStreetMap's public tile servers are volunteer-run; a product would use a commercial tile service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Poor-connectivity behaviour is implemented but not fault-injection tested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325880"/>
            <a:ext cx="402336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84632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2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 (deliberately out of scope now)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87452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wearable button (BLE) — designed and partly built, dropped for this delivery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fallback via Twilio for critical alerts (implemented, off by default)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location service during trips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planned: police/emergency dispatch APIs, AI danger detection, smartwatch app, social features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4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project stands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06040" cy="1051560"/>
          </a:xfrm>
          <a:prstGeom prst="roundRect">
            <a:avLst>
              <a:gd name="adj" fmla="val 10435"/>
            </a:avLst>
          </a:prstGeom>
          <a:solidFill>
            <a:srgbClr val="243040"/>
          </a:solidFill>
          <a:ln w="12700">
            <a:solidFill>
              <a:srgbClr val="2430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80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B3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46120" y="1188720"/>
            <a:ext cx="2606040" cy="1051560"/>
          </a:xfrm>
          <a:prstGeom prst="roundRect">
            <a:avLst>
              <a:gd name="adj" fmla="val 10435"/>
            </a:avLst>
          </a:prstGeom>
          <a:solidFill>
            <a:srgbClr val="243040"/>
          </a:solidFill>
          <a:ln w="12700">
            <a:solidFill>
              <a:srgbClr val="24304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1280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B3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screens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35040" y="1188720"/>
            <a:ext cx="2606040" cy="1051560"/>
          </a:xfrm>
          <a:prstGeom prst="roundRect">
            <a:avLst>
              <a:gd name="adj" fmla="val 10435"/>
            </a:avLst>
          </a:prstGeom>
          <a:solidFill>
            <a:srgbClr val="243040"/>
          </a:solidFill>
          <a:ln w="12700">
            <a:solidFill>
              <a:srgbClr val="2430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280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B3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2606040" cy="1051560"/>
          </a:xfrm>
          <a:prstGeom prst="roundRect">
            <a:avLst>
              <a:gd name="adj" fmla="val 10435"/>
            </a:avLst>
          </a:prstGeom>
          <a:solidFill>
            <a:srgbClr val="243040"/>
          </a:solidFill>
          <a:ln w="12700">
            <a:solidFill>
              <a:srgbClr val="2430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5146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B3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063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services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46120" y="2423160"/>
            <a:ext cx="2606040" cy="1051560"/>
          </a:xfrm>
          <a:prstGeom prst="roundRect">
            <a:avLst>
              <a:gd name="adj" fmla="val 10435"/>
            </a:avLst>
          </a:prstGeom>
          <a:solidFill>
            <a:srgbClr val="243040"/>
          </a:solidFill>
          <a:ln w="12700">
            <a:solidFill>
              <a:srgbClr val="2430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25146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B3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3063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035040" y="2423160"/>
            <a:ext cx="2606040" cy="1051560"/>
          </a:xfrm>
          <a:prstGeom prst="roundRect">
            <a:avLst>
              <a:gd name="adj" fmla="val 10435"/>
            </a:avLst>
          </a:prstGeom>
          <a:solidFill>
            <a:srgbClr val="243040"/>
          </a:solidFill>
          <a:ln w="12700">
            <a:solidFill>
              <a:srgbClr val="24304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17920" y="25146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B3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3063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files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F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complete and tested · Android app complete and running · push verified · cloud deployment next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546</TotalTime>
  <Words>1967</Words>
  <Application>Microsoft Office PowerPoint</Application>
  <PresentationFormat>On-screen Show (16:9)</PresentationFormat>
  <Paragraphs>260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PingHome - Progress Presentation</dc:title>
  <dc:subject>PptxGenJS Presentation</dc:subject>
  <dc:creator>PingHome team</dc:creator>
  <cp:lastModifiedBy>Ayushi Mittal</cp:lastModifiedBy>
  <cp:revision>1</cp:revision>
  <dcterms:created xsi:type="dcterms:W3CDTF">2026-09-21T18:02:10Z</dcterms:created>
  <dcterms:modified xsi:type="dcterms:W3CDTF">2026-09-22T03:15:05Z</dcterms:modified>
</cp:coreProperties>
</file>